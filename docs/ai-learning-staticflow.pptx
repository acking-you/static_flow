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如何改变了我的学习方式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Skill 驱动、本地优先的知识管理实践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主线：AI 改变学习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副线：Skills &gt; Agents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暗线：本地优先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LB7666  |  2025-2026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0" y="914400"/>
            <a:ext cx="219456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0" y="118872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118872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0" y="118872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17373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AI + Skills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Local-First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LanceDB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Rust Full-Stack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第一幕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开场：AI 编程元年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2025-2026，模型能力从「补全代码」跳到「理解项目」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编程工具井喷式爆发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模型迭代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 3.5 → 4.5/4.6 Opus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  4o → o1 → 5.1/5.2/5.3 Codex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工具爆发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/ Windsurf / Kiro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/ Codex CLI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生态 / Skills 工作流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「2025-2026：AI 编程元年」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学习方式——彻底变了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找教程 → 抄例子 → 踩坑 → 再找教程 → 再踩坑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现在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 AI 对话 → 理解原理 → 沉淀成文档 → 存进知识库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每一次学习，都变成了知识库里可检索、可复用的资产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731520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14400" y="914400"/>
            <a:ext cx="73152" cy="3291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8229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645920" y="164592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Don't build agents,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skills instead.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Anthropic Expert Talk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不要造 Agent，要造 Skill。这句话直接影响了整个架构决策。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第二幕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StaticFlow 项目介绍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本地优先的写作和知识管理系统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项目结构一览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Yew WASM 前端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Axum 后端 + LanceDB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前后端共享类型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cli/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sf-cli · Agent 操作接口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3383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 AI Skills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3886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篇技术文档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核心定位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19202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对话 + Skill 生成笔记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通过 CLI 操作 LanceDB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前端从 LanceDB 查询展示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所有数据都在本地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全部用 Rust 编写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技术栈选型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Yew → WebAssembly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15727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编译到 WASM，浏览器原生运行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后端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Axum + Tokio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24871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异步运行时，高性能 HTTP 服务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数据库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3736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LanceDB (嵌入式)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37360" y="34015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无需额外进程，直接读写本地文件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77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共享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3736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crate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37360" y="43159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类型定义写一次，前后端共用，编译器检查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部署架构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143000"/>
            <a:ext cx="411480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143000"/>
            <a:ext cx="54864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Pages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527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前端静态文件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411480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05740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Nginx :443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441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终止 + 路径过滤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971800"/>
            <a:ext cx="411480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297180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pb-mapper tunnel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355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↔ 云端 TCP 隧道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886200"/>
            <a:ext cx="411480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886200"/>
            <a:ext cx="54864" cy="7315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Backend + LanceDB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270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Axum :3000 · 数据永远在本地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1760" y="18562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51760" y="27706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51760" y="36850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0" y="1143000"/>
            <a:ext cx="320040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1280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架构亮点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0" y="182880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接口仅本地可访问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网络层隔离，无需认证代码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数据备份：Git Xet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LanceDB → HuggingFace Datasets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管理数据库快照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第三幕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功能演示走查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个核心功能，每个 ≤75 秒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功能 1：混合搜索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FTS 全文检索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1752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向量语义检索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2648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RRF 融合排序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93192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FTS 全文检索「网络协议」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命中 1 篇直接包含关键词的文章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向量语义检索「网络协议」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474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命中多篇：HTTP 解析、TCP 实现…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混合检索：内容直接命中排前，语义相关补充在后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功能亮点：AI 评论 &amp; Skill 工作流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评论回复系统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选中文本 → 精确评论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 → LanceDB 任务队列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审核 → Codex Worker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实时推送 AI 回复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 指纹，零个人信息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工作流打通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 Skill 串联完整工作流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 → 生成 → 翻译 → 发布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 Agent 自动化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文件即 Agent 大脑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双语翻译 &amp; Agent CLI 接口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双语 + Mermaid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整篇理解后重写英文版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全屏 / 下载 / 复制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 15 行代码块自动折叠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sf-cli：Agent 操作接口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一键调用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写入 / 查询 / 索引 / 同步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通过 CLI 操作 LanceDB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4290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通过 Skill 自动调用：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sf-cli sync-notes --db-path .../lancedb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--dir ./content --recursive --generate-thumbnail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功能 6-7：行为监控 &amp; 7 个 AI Skills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行为监控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状态码 / 响应耗时 / 设备类型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 / OS / IP 地区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LanceDB 列存，聚合查询快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个 AI Skills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cli-publisher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49440" y="1874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发布文章到 LanceDB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258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bilingual-translation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0" y="22585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中译英 + 双语摘要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6426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summary-architect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9440" y="26426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结构化摘要生成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30266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comment-responder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3026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评论回复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4107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deep-dive-writer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34107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技术深度文档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794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git-xet-publisher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0" y="37947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数据同步 HuggingFace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41788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caddy-proxy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41788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反向代理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3931920" cy="11887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566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Skill = 一个 Markdown 文件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加载后就能执行，不需要写框架代码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第四幕  ⭐ 视频高潮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C++20 协程学习实战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到底怎么改变了我的学习方式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传统路径 vs AI 路径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传统路径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 cppreference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看模板元编程语法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 CppCon 视频看 2 小时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抄 demo 编译报错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StackOverflow 答案过期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路径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 AI 对话理解原理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追问 why 和 how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跨语言对比建立心智模型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结构化沉淀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通过 CLI 自动入库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三轮 AI 对话：逐层深入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618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第一轮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26187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promise_type 机制 + 最小 Generator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生命周期、initial_suspend、yield_value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23160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963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第二轮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0" y="249631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co_await awaiter 三件套执行时序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29260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直接输出 sequence diagram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65760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307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第三轮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373075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C++20 vs Rust async 三维度对比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41605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编译器变换 / 内存布局 / 调度器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的价值不是给你答案——是帮你快速建立正确的心智模型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跨语言对比：C++20 Coroutine vs Rust async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维度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C++20 Coroutine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Rust async/await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编译器变换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状态机 + 堆分配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coroutine 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状态机 + 编译期确定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大小的 Future enum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内存布局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堆上分配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promise_type 控制分配器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栈上或 Box::pin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编译器计算 Future 大小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调度器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无内置调度器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需自行实现或用库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运行时提供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tokio / async-std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驱动的知识沉淀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61872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对话理解概念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536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 AI 讨论，建立心智模型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9568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结构化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tech-impl-deep-dive-writer 重组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61488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61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7066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双语翻译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3035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bilingual-translation-publisher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11296"/>
            <a:ext cx="411480" cy="41148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11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456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自动发布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3785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sf-cli write-article 入库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61104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61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语义搜索验证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88720" y="4535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中英文查询均可命中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1188720"/>
            <a:ext cx="365760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12080" y="1325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写作契约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12080" y="19202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声明式名词短语标题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机制优先，代码位置作佐证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总体到细节的层次结构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不是帮你写文章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是帮你把零散理解组织成结构化知识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完整闭环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371600"/>
            <a:ext cx="146304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14630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对话理解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1371600"/>
            <a:ext cx="146304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0" y="1371600"/>
            <a:ext cx="1463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生成笔记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0" y="1371600"/>
            <a:ext cx="146304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137160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结构化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1371600"/>
            <a:ext cx="146304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0" y="1371600"/>
            <a:ext cx="146304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自动发布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1371600"/>
            <a:ext cx="146304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23760" y="1371600"/>
            <a:ext cx="14630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向量索引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可搜索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37360" y="1554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474720" y="1554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12080" y="1554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49440" y="1554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05840" y="2743200"/>
            <a:ext cx="713232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下次学习时语义搜索召回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" y="33832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改变学习方式的核心：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不是让你学得更快，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是让学习成果有了可检索、可积累、可复用的载体。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第五幕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pb-mapper 简介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本地后端如何被前端访问？TCP 隧道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pb-mapper：本地 ↔ 云端 TCP 隧道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工作原理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3474720" cy="411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920240"/>
            <a:ext cx="45720" cy="41148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本地 Axum :3000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3474720" cy="411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468880"/>
            <a:ext cx="4572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pb-mapper (本地端)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3474720" cy="411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017520"/>
            <a:ext cx="4572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pb-mapper (云端)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566160"/>
            <a:ext cx="3474720" cy="411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3566160"/>
            <a:ext cx="4572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566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:443 (TLS)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114800"/>
            <a:ext cx="3474720" cy="411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114800"/>
            <a:ext cx="45720" cy="411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114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Pages 前端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核心特性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19202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层透传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headers 完整保留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连接复用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心跳保活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断线重连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实现，下期详解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第六幕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总结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三个核心观点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三个核心观点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长期记忆 &gt; 短期记忆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每次学习产出可检索的知识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随时调用，辅助新的学习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&gt; Agents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28346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 Skill 文件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 个可复用的 AI 工作流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30936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本地优先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28346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数据在自己手里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不依赖云服务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StaticFlow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  ·  本地优先  ·  Skill 驱动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0" y="2743200"/>
            <a:ext cx="548640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103120" y="28803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github.com/acking-you/static-flow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Website: acking-you.github.io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 · Fork · Issue · 一起交流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4434840"/>
            <a:ext cx="4572000" cy="4572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下期预告：pb-mapper — Rust TCP 隧道实现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如何改变了我的学习方式</dc:title>
  <dc:subject>PptxGenJS Presentation</dc:subject>
  <dc:creator>LB7666</dc:creator>
  <cp:lastModifiedBy>LB7666</cp:lastModifiedBy>
  <cp:revision>1</cp:revision>
  <dcterms:created xsi:type="dcterms:W3CDTF">2026-02-18T14:50:51Z</dcterms:created>
  <dcterms:modified xsi:type="dcterms:W3CDTF">2026-02-18T14:50:51Z</dcterms:modified>
</cp:coreProperties>
</file>